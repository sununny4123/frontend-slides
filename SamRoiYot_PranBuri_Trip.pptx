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1097280"/>
            <a:ext cx="4023360" cy="4023360"/>
          </a:xfrm>
          <a:prstGeom prst="ellipse">
            <a:avLst/>
          </a:prstGeom>
          <a:solidFill>
            <a:srgbClr val="1A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0F3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BBC04"/>
                </a:solidFill>
                <a:latin typeface="Calibri"/>
              </a:rPr>
              <a:t>แผนการเดินทาง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สามร้อยยอด – ปราณบุรี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B4C8"/>
                </a:solidFill>
                <a:latin typeface="Calibri"/>
              </a:rPr>
              <a:t>Sam Roi Yot · Pran Buri · Prachuap Khiri Khan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3017520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38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8 People · 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520440"/>
            <a:ext cx="3017520" cy="42062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3538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Friday – Sunday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520440"/>
            <a:ext cx="3017520" cy="42062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538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Sightseeing · Eating · Shopping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B4C8"/>
                </a:solidFill>
                <a:latin typeface="Calibri"/>
              </a:rPr>
              <a:t>310 km from Bangkok  ·  Hotel already booked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TRIP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Trip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4475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📍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73936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สามร้อยยอด &amp; ปราณบุรี, Prachuap Khiri Khan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4475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📅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773936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Friday evening → Sunday evening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78608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5176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👨‍👩‍👧‍👦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80944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8 people, family trip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78608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78608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65176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🚐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80944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Car / 9-seat minivan (รถตู้) recommended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85616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85616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85876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🎯 Theme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187952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Sightseeing · Walking · Eating · Shopping — no adventure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85616"/>
            <a:ext cx="5486400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85616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85876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🏨 Hotel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187952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Already booked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92624"/>
            <a:ext cx="11457432" cy="107899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992624"/>
            <a:ext cx="73152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65776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💰 Est. Budget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394960"/>
            <a:ext cx="11201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~21,000–25,000 ฿ excl. hotel, petrol, shopping (8 pax)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DAY 1 —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F0FE"/>
                </a:solidFill>
                <a:latin typeface="Calibri"/>
              </a:rPr>
              <a:t>Arrival &amp; Evening in Pran Buri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60704"/>
            <a:ext cx="256032" cy="2560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1298448"/>
            <a:ext cx="9144" cy="1188720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914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4"/>
                </a:solidFill>
                <a:latin typeface="Calibri"/>
              </a:rPr>
              <a:t>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61872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Drive from Bangkok ~3.5–4 hrs via Hwy 4, check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256032" cy="2560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" y="2779776"/>
            <a:ext cx="9144" cy="1188720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395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4"/>
                </a:solidFill>
                <a:latin typeface="Calibri"/>
              </a:rPr>
              <a:t>Evening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Pran Buri Old Town stroll — 200-year-old wooden shophouses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256032" cy="2560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" y="4261104"/>
            <a:ext cx="9144" cy="1188720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8770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4"/>
                </a:solidFill>
                <a:latin typeface="Calibri"/>
              </a:rPr>
              <a:t>Dinner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2452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Pran's Corner · OX Seafood · Krua Ton To  (200–450 ฿/pax)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B4C8"/>
                </a:solidFill>
                <a:latin typeface="Calibri"/>
              </a:rPr>
              <a:t>💡 Book dinner same morning — call to reserve a table for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DAY 2 —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Morning Programme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49039" cy="5029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4533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07:30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837944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Pran Buri Forest Park 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23160"/>
            <a:ext cx="347471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อุทยานป่าชายเลนปราณบุรี
1 km elevated mangrove boardwalk · FREE · 08:00–17:00
Spot: fiddler crabs, mudskippers, monitor lizards, kingfishers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17320"/>
            <a:ext cx="3749039" cy="5029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3749039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54533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Calibri"/>
              </a:rPr>
              <a:t>09:30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1837944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Pak Nam Pran Fishing Village 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23160"/>
            <a:ext cx="347471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Watch boats unload · Shop dried seafood to take home
หมึกแดดเดียว · กุ้งแห้ง · กะปิ — best quality &amp; cheapest here · 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417320"/>
            <a:ext cx="3749039" cy="5029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1417320"/>
            <a:ext cx="3749039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545336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10:30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1837944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Khao Daeng Canal Boat Trip 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423160"/>
            <a:ext cx="347471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ล่องเรือคลองเขาแดง — Sam Roi Yot National Park
Longtail through mangrove canals under limestone cliffs · ~2 hrs
~1,400–1,500 ฿ per boat (fits 8!!) · Park: 40 ฿/adult Thai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DAY 2 —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Afternoon &amp; Evening ⭐ Saturday Specials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623560" cy="23774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73152" cy="2377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Calibri"/>
              </a:rPr>
              <a:t>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Yok Saut Seafood (ยกซด) · 100–200 ฿/pax
or Pa Aueng Pa Ing — home-style crab dishes · 80–150 ฿/pax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417320"/>
            <a:ext cx="5623560" cy="23774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417320"/>
            <a:ext cx="73152" cy="2377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Calibri"/>
              </a:rPr>
              <a:t>14:30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764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Freshwater Marsh 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240280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ทุ่งสามร้อยยอด · Thailand's largest freshwater wetland
Flat boardwalk · 300+ bird species · Included in park fee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95928"/>
            <a:ext cx="5623560" cy="23774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95928"/>
            <a:ext cx="73152" cy="2377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87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16:00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Walking Street ⭐ Sat Only 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18888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ถนนคนเดินปราณบุรี · 600 m restored shophouses
FREE · 16:00–22:00 · Park 20 ฿/car
Roti, coconut pancakes, crafts, souvenirs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3995928"/>
            <a:ext cx="5623560" cy="23774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3995928"/>
            <a:ext cx="73152" cy="2377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087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Calibri"/>
              </a:rPr>
              <a:t>18:00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343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Long Lay Night Market ⭐ Sat Only 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818888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ตลาดหลงเล · Beach market on the sand
FREE · 17:00–23:30 · Live music · Grilled seafood
100–200 ฿/pax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DAY 3 — SUNDAY · THE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⭐ Phraya Nakhon Cave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214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E"/>
                </a:solidFill>
                <a:latin typeface="Calibri"/>
              </a:rPr>
              <a:t>ถ้ำพระยานคร — Royal pavilion inside a collapsed cave, built 1890 for King Rama 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2788920" cy="1691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788920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Drive to Bang Po Pier by 07:30–08:00 AM
(Beat tour groups — arrive early!)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828800"/>
            <a:ext cx="2788920" cy="1691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1828800"/>
            <a:ext cx="2788920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331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Longtail boat → Laem Sala Beach
200 ฿/person · ~5–10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828800"/>
            <a:ext cx="2788920" cy="1691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828800"/>
            <a:ext cx="2788920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31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Hike 430 m uphill to cave
~20–30 min · Rocky trail · Easier than 2 km overland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8008" y="1828800"/>
            <a:ext cx="2788920" cy="1691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8" y="1828800"/>
            <a:ext cx="2788920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331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Best sunlight in cave: 10:00–10:30 AM
Time your hike to arrive then!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57600"/>
            <a:ext cx="11548872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58768"/>
            <a:ext cx="5623560" cy="1188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💰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7024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Park 40 ฿ (Thai) + Boat 200 ฿/pax · Foreign: 200 ฿ park fee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3858768"/>
            <a:ext cx="5623560" cy="1188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👟 Shoes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7024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Closed-toe essential — trail is rocky &amp; slippery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30368"/>
            <a:ext cx="5623560" cy="1188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21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💧 Water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64184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 litre per person minimum — no vendors on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5230368"/>
            <a:ext cx="5623560" cy="1188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321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👴 Elderly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564184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Last stretch steepest — rest stops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DAY 3 — SUNDAY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After the Cave · Lunch · Shrine · Departure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623560" cy="2331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73152" cy="2331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Calibri"/>
              </a:rPr>
              <a:t>11:00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🏖️ Laem Sala Beach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หาดแหลมศาลา · Secluded white sand framed by limestone hills
Swimming possible · Very quiet · Bring own food &amp; drinks
Take return boat after ~30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417320"/>
            <a:ext cx="5623560" cy="2331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417320"/>
            <a:ext cx="73152" cy="2331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Calibri"/>
              </a:rPr>
              <a:t>13:00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764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🍜 Lunch in Pran Buri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240280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⭐ Krua Jaew — ข้าวขยำปู (Pran Buri signature crab rice) MUST TRY!
Krua Jae Maew — น้ำพริกไข่ปู · Prannatee Seafood · 100–300 ฿/pax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59352"/>
            <a:ext cx="5623560" cy="2331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59352"/>
            <a:ext cx="73152" cy="2331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507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  <a:latin typeface="Calibri"/>
              </a:rPr>
              <a:t>14:30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06824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🛕 Thapthim Thong Shrine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82312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เขาช้าวแม่ทับทิมทอง · Sacred hilltop Chinese-Thai shrine
Gentle stair climb · Panoramic views: river, mangroves, Gulf · FREE
Modest dress required (cover shoulders &amp; knees)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3959352"/>
            <a:ext cx="5623560" cy="23317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3959352"/>
            <a:ext cx="73152" cy="2331720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0507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B4C8"/>
                </a:solidFill>
                <a:latin typeface="Calibri"/>
              </a:rPr>
              <a:t>16:00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306824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🏁 Drive 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782312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Calibri"/>
              </a:rPr>
              <a:t>Pran Buri → Bangkok ~3.5–4 hrs
Leave by 16:00 to beat Sunday evening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ATTRACTIONS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All Sites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406908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26464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Attraction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389888"/>
            <a:ext cx="269748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26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Fee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389888"/>
            <a:ext cx="196596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426464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389888"/>
            <a:ext cx="187452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42646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Difficulty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19656"/>
            <a:ext cx="11548872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5623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Phraya Nakhon Cave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562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40฿ Thai/200฿ Foreign
+200฿ boat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8562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08:00–16:00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85623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Moderate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22576"/>
            <a:ext cx="11548872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5915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Laem Sala Beach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5915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Incl. in park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08:00–16:00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5915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Easy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11548872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86207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Khao Daeng Canal Boat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86207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~1,400–1,500฿/boat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86207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08:00–16:30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6207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None (seated)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28416"/>
            <a:ext cx="11548872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6499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Freshwater Marsh Walk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6499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Incl. in park fee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36499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08:00–16:00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36499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Very Easy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31336"/>
            <a:ext cx="11548872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86791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Pran Buri Forest Park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86791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6791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08:00–17:00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8679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Very Easy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34256"/>
            <a:ext cx="11548872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37083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Pran Buri Walking Street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3708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FREE · Park 20฿/car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370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Sat 16–22:00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37083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None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837176"/>
            <a:ext cx="11548872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87375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Long Lay Night 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87375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FREE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87375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Sat 17–23:30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87375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340096"/>
            <a:ext cx="11548872" cy="4846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37667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Pak Nam Pran Village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37667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37667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Daily 07–17:00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37667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None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843016"/>
            <a:ext cx="11548872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879592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Thapthim Thong Shrine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587959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  <a:latin typeface="Calibri"/>
              </a:rPr>
              <a:t>FREE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587959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Daytime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87959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Easy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FOOD &amp; SHOPPING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Don't Miss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486400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48640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Calibri"/>
              </a:rPr>
              <a:t>🍽️ Must-Try Dishes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⭐ ข้าวขยำปู — Pran Buri signature crab rice (Krua Jaew)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05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🦑 หมึกแดดเดียว — Sun-dried squid (Pak Nam Pran village)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🍤 กุ้งอบเกลือ — Salt-baked prawns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198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🐟 ปลากะพงทอดน้ำปลา — Crispy sea bass with fish sauce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0448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🌊 ต้มยำทะเล — Seafood tom yam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🥞 โรตีสายไหม — Candy-floss roti (Walking Street)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737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🥚 น้ำพริกไข่ปู — Crab egg chilli dip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58383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🐟 ปลากะพงสามรส — Three-flavour sea bass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5788152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5788152" cy="640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C04"/>
                </a:solidFill>
                <a:latin typeface="Calibri"/>
              </a:rPr>
              <a:t>🛍️ Shopping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5486400" cy="100584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0208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Pak Nam Pran Village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951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  <a:latin typeface="Calibri"/>
              </a:rPr>
              <a:t>Daily 07–10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32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Dried squid, shrimp paste — best quality &amp; price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81528"/>
            <a:ext cx="5486400" cy="100584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136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Pran Buri Walking 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10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  <a:latin typeface="Calibri"/>
              </a:rPr>
              <a:t>SAT 16:00–22:00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48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Souvenirs, crafts, local snacks, roti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197096"/>
            <a:ext cx="5486400" cy="100584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Long Lay Night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26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  <a:latin typeface="Calibri"/>
              </a:rPr>
              <a:t>SAT 17:00–23:30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764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Street food, beach atmosphere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312664"/>
            <a:ext cx="5486400" cy="100584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367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Sam Roi Yot Market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641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  <a:latin typeface="Calibri"/>
              </a:rPr>
              <a:t>Twice weekly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879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Ultra-local produce, cheap seafood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TIPS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Practical Info for 8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Rent 9-seat minivan (รถตู้) — more convenient for gear &amp;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371600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481328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Cash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920240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Bring plenty of THB — ATMs sparse near national park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371600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1481328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Start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1920240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All outdoor sites best before 10:00 AM; heat intense by 10:30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99232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🎟️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Park 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Paid once/day — covers all national park attractions that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999232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3108960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Shoes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547872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Closed-toe for cave &amp; viewpoints; sandals fine for boardwalks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2999232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3108960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Sun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547872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Hats + sunscreen + light long sleeves essential outside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26864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36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36592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Mosquitoes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75504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Night markets &amp; mangroves — bring repellent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4626864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4736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4736592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Reservations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175504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Call restaurants same morning to reserve table for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4626864"/>
            <a:ext cx="3749039" cy="14813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4736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4736592"/>
            <a:ext cx="3017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  <a:latin typeface="Calibri"/>
              </a:rPr>
              <a:t>Water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175504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Calibri"/>
              </a:rPr>
              <a:t>1L per person for Phraya Nakhon Cave hike — no vendors on trail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309360"/>
            <a:ext cx="11548872" cy="4754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32764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💰 Est. Total (8 pax, excl. hotel/petrol/shopping):  ~21,000–25,000 ฿  |  +1,280 ฿ if foreign nationals (park fee diff)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